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99"/>
                </a:solidFill>
                <a:latin typeface="Calibri"/>
              </a:defRPr>
            </a:pPr>
            <a:r>
              <a:t>PROJECT EXPO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Human Violence And</a:t>
            </a:r>
            <a:br/>
            <a:r>
              <a:t>Real-Time Object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1752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A Multi-Threaded Desktop Surveillance System Using YOLOv11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3787" y="4114800"/>
            <a:ext cx="2286000" cy="100584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3787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TEAM 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787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Omkar Rupnawar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9827" y="4114800"/>
            <a:ext cx="2286000" cy="100584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9827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TEAM 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9827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Ajinkya Kadam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4114800"/>
            <a:ext cx="2286000" cy="100584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5867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TEAM 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Sandesh Jagdale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1907" y="4114800"/>
            <a:ext cx="2286000" cy="100584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1907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TEAM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1907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Ashish Jawane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95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Public safety in educational institutions, banks, and commercial spaces demands intelligent surveillance beyond passive CCTV. This project presents a desktop-based real-time surveillance system that uses two custom-trained YOLOv11 models running in parallel threads to simultaneously detect knives and violent activity from a live webcam feed.</a:t>
            </a:r>
          </a:p>
          <a:p>
            <a:pPr algn="l">
              <a:spcAft>
                <a:spcPts val="895"/>
              </a:spcAft>
              <a:defRPr sz="1600" b="0">
                <a:solidFill>
                  <a:srgbClr val="BBBBCC"/>
                </a:solidFill>
                <a:latin typeface="Calibri"/>
              </a:defRPr>
            </a:pPr>
          </a:p>
          <a:p>
            <a:pPr algn="l">
              <a:spcAft>
                <a:spcPts val="895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When threats are confirmed, the system captures snapshot evidence, records a 5-second video clip, and sends automated email alerts with attachments to designated personnel. The entire workflow operates locally on a single machine with a Tkinter GUI, SQLite database, and role-based authentication.</a:t>
            </a:r>
          </a:p>
          <a:p>
            <a:pPr algn="l">
              <a:spcAft>
                <a:spcPts val="895"/>
              </a:spcAft>
              <a:defRPr sz="1600" b="0">
                <a:solidFill>
                  <a:srgbClr val="BBBBCC"/>
                </a:solidFill>
                <a:latin typeface="Calibri"/>
              </a:defRPr>
            </a:pPr>
          </a:p>
          <a:p>
            <a:pPr algn="l">
              <a:spcAft>
                <a:spcPts val="895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Tested across 94 automated unit tests covering 10 functional modules with a 100% pass rate, confirming system stability and reliability for real-world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13716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Real-time webcam monitoring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Knife / blade detection using YOLOv11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Violence / fight detection using YOLOv11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Automated email alerts with evidence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5-second video clip recording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Snapshot capture and gallery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Complete detection history &amp;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085"/>
                </a:solidFill>
                <a:latin typeface="Calibri"/>
              </a:defRPr>
            </a:pPr>
            <a:r>
              <a:t>Key Highlights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74520"/>
            <a:ext cx="1371600" cy="381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Multi-threaded pipeline (4 threads)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Near real-time: 25+ FPS on GPU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Role-based auth (Admin / Operator)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bcrypt password hashing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Embedded SQLite database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No cloud dependency - runs offline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94 tests passed - 100% pass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56032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Rising Violence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Incidents in schools, offices, and public spaces are increasing. Traditional CCTV is passive and reactive.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486400" cy="210312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0" y="1645920"/>
            <a:ext cx="548640" cy="5486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Human 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Security operators monitoring dozens of cameras simultaneously suffer from attention fatigue.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486400" cy="210312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Delayed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Critical events are often noticed only during post-incident video review - too late for intervention.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486400" cy="210312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4114800"/>
            <a:ext cx="548640" cy="54864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5262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Existing systems lack real-time threat detection and automatic alerting capabilities.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1463040"/>
            <a:ext cx="25603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1463040"/>
            <a:ext cx="2560320" cy="73152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147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456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347" y="2194560"/>
            <a:ext cx="164592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Python Tkinter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Pillow (PIL)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ttk Widgets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5507" y="1463040"/>
            <a:ext cx="25603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5507" y="1463040"/>
            <a:ext cx="2560320" cy="73152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5507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346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2707" y="2194560"/>
            <a:ext cx="1645920" cy="381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9827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Python 3.10+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OpenCV (cv2)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Threading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smtplib (SMTP)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1463040"/>
            <a:ext cx="25603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5867" y="1463040"/>
            <a:ext cx="2560320" cy="73152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5867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085"/>
                </a:solidFill>
                <a:latin typeface="Calibri"/>
              </a:defRPr>
            </a:pPr>
            <a:r>
              <a:t>AI / 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3067" y="2194560"/>
            <a:ext cx="1645920" cy="381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0187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YOLOv11 (Ultralytics)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PyTorch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NumPy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6227" y="1463040"/>
            <a:ext cx="256032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36227" y="1463040"/>
            <a:ext cx="2560320" cy="73152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6227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93427" y="2194560"/>
            <a:ext cx="16459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0547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SQLite3</a:t>
            </a:r>
          </a:p>
          <a:p>
            <a:pPr algn="l">
              <a:spcAft>
                <a:spcPts val="108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  bcrypt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645920" cy="12801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WEBCAM</a:t>
            </a:r>
            <a:br/>
            <a: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01168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Thread 1</a:t>
            </a:r>
            <a:br/>
            <a:r>
              <a:t>Camera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926080"/>
            <a:ext cx="2011680" cy="13716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Thread 2</a:t>
            </a:r>
            <a:br/>
            <a:r>
              <a:t>Knife Detection</a:t>
            </a:r>
            <a:br/>
            <a:r>
              <a:t>(best.pt)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201168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Thread 3</a:t>
            </a:r>
            <a:br/>
            <a:r>
              <a:t>Violence Detection</a:t>
            </a:r>
            <a:br/>
            <a:r>
              <a:t>(best2.pt)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560320"/>
            <a:ext cx="2011680" cy="18288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Main Thread</a:t>
            </a:r>
            <a:br/>
            <a:r>
              <a:t>GUI Render</a:t>
            </a:r>
            <a:br/>
            <a:r>
              <a:t>(Tkinter)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371600"/>
            <a:ext cx="1645920" cy="10972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ALERT</a:t>
            </a:r>
            <a:br/>
            <a:r>
              <a:t>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926080"/>
            <a:ext cx="164592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Snapshot</a:t>
            </a:r>
            <a:br/>
            <a:r>
              <a:t>Save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206240"/>
            <a:ext cx="164592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Video</a:t>
            </a:r>
            <a:br/>
            <a:r>
              <a:t>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486400"/>
            <a:ext cx="164592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Email</a:t>
            </a:r>
            <a:br/>
            <a:r>
              <a:t>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2743200"/>
            <a:ext cx="1371600" cy="18288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SQLite</a:t>
            </a:r>
            <a:br/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60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-&gt;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-&gt; 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-&gt; Frames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-&gt; Boxes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572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-&gt; Boxes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828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-&gt;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657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Calibri"/>
              </a:defRPr>
            </a:pPr>
            <a:r>
              <a:t>-&gt;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ALGORITHMS &amp;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Calibri"/>
              </a:defRPr>
            </a:pPr>
            <a:r>
              <a:t>YOLOv11 - Knife Detection (best.pt)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13716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Algorithm: You Only Look Once v11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Type: Single-pass object detection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Input: Single BGR frame (any resolution)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Output: Bounding boxes + labels + confidence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Training: Fine-tuned on knife/blade dataset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Backbone: Pre-trained COCO weights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Confidence Threshold: 0.45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Speed: ~20-40ms per frame (GPU)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Model Size: 19 MB (.pt format)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484632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YOLOv11 - Violence Detection (best2.pt)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74520"/>
            <a:ext cx="1371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Algorithm: You Only Look Once v11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Type: Single-pass activity detection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Input: Single BGR frame (any resolution)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Output: Bounding boxes + labels + confidence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Training: Fine-tuned on violence dataset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Backbone: Pre-trained COCO weights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Confidence Threshold: 0.40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Speed: ~20-40ms per frame (GPU)</a:t>
            </a:r>
          </a:p>
          <a:p>
            <a:pPr algn="l">
              <a:spcAft>
                <a:spcPts val="728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  Model Size: 22 MB (.pt format)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YOLO DETECTION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3727" y="1645920"/>
            <a:ext cx="16916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727" y="1645920"/>
            <a:ext cx="1691640" cy="54864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9507" y="2011680"/>
            <a:ext cx="640080" cy="640080"/>
          </a:xfrm>
          <a:prstGeom prst="ellipse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Input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347472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Single video frame</a:t>
            </a:r>
            <a:br/>
            <a:r>
              <a:t>captured from webcam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247" y="1645920"/>
            <a:ext cx="16916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8247" y="1645920"/>
            <a:ext cx="1691640" cy="54864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64027" y="201168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8247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Grid 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407" y="347472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Frame divided into</a:t>
            </a:r>
            <a:br/>
            <a:r>
              <a:t>SxS grid cells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767" y="1645920"/>
            <a:ext cx="16916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2767" y="1645920"/>
            <a:ext cx="1691640" cy="54864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38547" y="2011680"/>
            <a:ext cx="640080" cy="6400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2767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Single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347472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Entire image processed</a:t>
            </a:r>
            <a:br/>
            <a:r>
              <a:t>in ONE forward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1645920"/>
            <a:ext cx="16916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7287" y="1645920"/>
            <a:ext cx="1691640" cy="54864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13067" y="201168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47472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Each cell predicts</a:t>
            </a:r>
            <a:br/>
            <a:r>
              <a:t>bboxes + confidence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1807" y="1645920"/>
            <a:ext cx="16916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61807" y="1645920"/>
            <a:ext cx="1691640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87587" y="2011680"/>
            <a:ext cx="640080" cy="6400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1807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NMS 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8967" y="347472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Non-max suppression</a:t>
            </a:r>
            <a:br/>
            <a:r>
              <a:t>removes duplicates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6327" y="1645920"/>
            <a:ext cx="1691640" cy="41148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36327" y="1645920"/>
            <a:ext cx="1691640" cy="54864"/>
          </a:xfrm>
          <a:prstGeom prst="roundRect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62107" y="2011680"/>
            <a:ext cx="640080" cy="64008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6327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3487" y="3474720"/>
            <a:ext cx="1417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Final bounding boxes</a:t>
            </a:r>
            <a:br/>
            <a:r>
              <a:t>with labels drawn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99"/>
                </a:solidFill>
                <a:latin typeface="Calibri"/>
              </a:defRPr>
            </a:pPr>
            <a:r>
              <a:t>"You Only Look Once" - Single forward pass = Real-time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WORKING &amp;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[ Add Screenshot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Login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474720" cy="228600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[ Add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474720" cy="228600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[ Add Screenshot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Live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474720" cy="228600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[ Add Screenshot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Email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931920"/>
            <a:ext cx="3474720" cy="228600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[ Add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Snapshot Gallery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931920"/>
            <a:ext cx="3474720" cy="2286000"/>
          </a:xfrm>
          <a:prstGeom prst="roundRect">
            <a:avLst/>
          </a:prstGeom>
          <a:solidFill>
            <a:srgbClr val="1A1A3E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[ Add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Speed Profile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56032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047" y="1280160"/>
            <a:ext cx="2286000" cy="146304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047" y="1280160"/>
            <a:ext cx="2286000" cy="54864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3460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Total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1247" y="1280160"/>
            <a:ext cx="2286000" cy="146304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81247" y="1280160"/>
            <a:ext cx="2286000" cy="54864"/>
          </a:xfrm>
          <a:prstGeom prst="roundRect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1247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A559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280160"/>
            <a:ext cx="2286000" cy="146304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1280160"/>
            <a:ext cx="2286000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447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647" y="1280160"/>
            <a:ext cx="2286000" cy="146304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67647" y="1280160"/>
            <a:ext cx="2286000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7647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647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Pass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08960"/>
            <a:ext cx="5029200" cy="32004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91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Login ................... 10/10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Registration ............ 11/11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Database ................ 11/11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Camera .................. 9/9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Knife Detection ......... 10/10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08960"/>
            <a:ext cx="5029200" cy="320040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291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Violence Detection ...... 8/8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Email Service ........... 10/10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Recording Service ....... 8/8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GUI / Dashboard ......... 12/12</a:t>
            </a:r>
          </a:p>
          <a:p>
            <a:pPr algn="l">
              <a:spcAft>
                <a:spcPts val="960"/>
              </a:spcAft>
              <a:defRPr sz="1500" b="0">
                <a:solidFill>
                  <a:srgbClr val="BBBBCC"/>
                </a:solidFill>
                <a:latin typeface="Consolas"/>
              </a:defRPr>
            </a:pPr>
            <a:r>
              <a:t>Speed Profiler .......... 5/5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Successfully built a real-time desktop surveillance system that detects knives and violence simultaneously using two YOLOv11 models.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Multi-threaded architecture achieves 25+ FPS on consumer GPU hardware without sacrificing detection accuracy.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Automated alert pipeline delivers email notifications with snapshot and video evidence within seconds of threat detection.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Role-based authentication with bcrypt hashing ensures secure access for both administrators and operators.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94 automated tests across 10 modules confirm 100% functional correctness and thread-safety.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Future Scope:  Multi-camera support  |  TensorRT optimization  |  Web dashboard  |  Larger datasets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Human Violence And Real-Time Object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Omkar Rupnawar  |  Ajinkya Kadam  |  Sandesh Jagdale  |  Ashish Jawane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